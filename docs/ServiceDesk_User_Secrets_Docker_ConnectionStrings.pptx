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llegan los secretos a ServiceDesk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9509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formas de ejecución, una sola clave de configuración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6501384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745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ServiceDesk  •  Arquitectura de desarrollo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645920"/>
            <a:ext cx="5166360" cy="2651760"/>
          </a:xfrm>
          <a:prstGeom prst="roundRect">
            <a:avLst>
              <a:gd name="adj" fmla="val 5517"/>
            </a:avLst>
          </a:prstGeom>
          <a:solidFill>
            <a:srgbClr val="E9F3F7"/>
          </a:solidFill>
          <a:ln w="16510">
            <a:solidFill>
              <a:srgbClr val="176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783080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Ejecutar .NET en Windows / Ubuntu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3816" y="2240280"/>
            <a:ext cx="485546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Secrets almacena localmente la cadena de conexión, fuera del repositorio. ASP.NET Core la carga cuando el entorno es Development.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645920"/>
            <a:ext cx="5166360" cy="2651760"/>
          </a:xfrm>
          <a:prstGeom prst="roundRect">
            <a:avLst>
              <a:gd name="adj" fmla="val 5517"/>
            </a:avLst>
          </a:prstGeom>
          <a:solidFill>
            <a:srgbClr val="EEF5F2"/>
          </a:solidFill>
          <a:ln w="16510">
            <a:solidFill>
              <a:srgbClr val="198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783080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Ejecutar .NET dentro de Docker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10528" y="2240280"/>
            <a:ext cx="485546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 lee el archivo .env local y proporciona ConnectionStrings__Tickets como variable de entorno al contenedor API.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9264" y="487375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ambos casos, AddInfrastructure() llama a GetConnectionString("Tickets") y configura UseNpgsql().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A | ASP.NET Core fuera de Docker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9509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de la API directamente en Windows o Ubuntu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6501384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745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ServiceDesk  •  Arquitectura de desarrollo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1993392"/>
            <a:ext cx="2331720" cy="1600200"/>
          </a:xfrm>
          <a:prstGeom prst="roundRect">
            <a:avLst>
              <a:gd name="adj" fmla="val 9143"/>
            </a:avLst>
          </a:prstGeom>
          <a:solidFill>
            <a:srgbClr val="E9F3F7"/>
          </a:solidFill>
          <a:ln w="16510">
            <a:solidFill>
              <a:srgbClr val="176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3055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Secrets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2587752"/>
            <a:ext cx="202082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Almacenamiento local fuera de Git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ConnectionStrings:Tickets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1993392"/>
            <a:ext cx="2286000" cy="1600200"/>
          </a:xfrm>
          <a:prstGeom prst="roundRect">
            <a:avLst>
              <a:gd name="adj" fmla="val 9143"/>
            </a:avLst>
          </a:prstGeom>
          <a:solidFill>
            <a:srgbClr val="F5F8FB"/>
          </a:solidFill>
          <a:ln w="16510">
            <a:solidFill>
              <a:srgbClr val="1767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130552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.NET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75888" y="2587752"/>
            <a:ext cx="197510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= Development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Providers de configuración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19672" y="1993392"/>
            <a:ext cx="2286000" cy="1600200"/>
          </a:xfrm>
          <a:prstGeom prst="roundRect">
            <a:avLst>
              <a:gd name="adj" fmla="val 9143"/>
            </a:avLst>
          </a:prstGeom>
          <a:solidFill>
            <a:srgbClr val="E9F3F7"/>
          </a:solidFill>
          <a:ln w="16510">
            <a:solidFill>
              <a:srgbClr val="087F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30552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AddInfrastructure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75120" y="2587752"/>
            <a:ext cx="197510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GetConnectionString("Tickets")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09760" y="1993392"/>
            <a:ext cx="2240280" cy="1600200"/>
          </a:xfrm>
          <a:prstGeom prst="roundRect">
            <a:avLst>
              <a:gd name="adj" fmla="val 9143"/>
            </a:avLst>
          </a:prstGeom>
          <a:solidFill>
            <a:srgbClr val="EEF5F2"/>
          </a:solidFill>
          <a:ln w="16510">
            <a:solidFill>
              <a:srgbClr val="198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65208" y="2130552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 Core + Npgsql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65208" y="2587752"/>
            <a:ext cx="19293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TicketsDbContext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Host=localhost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16352" y="2743200"/>
            <a:ext cx="621792" cy="0"/>
          </a:xfrm>
          <a:prstGeom prst="line">
            <a:avLst/>
          </a:prstGeom>
          <a:noFill/>
          <a:ln w="25400">
            <a:solidFill>
              <a:srgbClr val="1767A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843016" y="2743200"/>
            <a:ext cx="594360" cy="0"/>
          </a:xfrm>
          <a:prstGeom prst="line">
            <a:avLst/>
          </a:prstGeom>
          <a:noFill/>
          <a:ln w="25400">
            <a:solidFill>
              <a:srgbClr val="1767A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851392" y="2743200"/>
            <a:ext cx="576072" cy="0"/>
          </a:xfrm>
          <a:prstGeom prst="line">
            <a:avLst/>
          </a:prstGeom>
          <a:noFill/>
          <a:ln w="25400">
            <a:solidFill>
              <a:srgbClr val="1767A0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77240" y="43159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Comando de ejemplo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1520" y="4709160"/>
            <a:ext cx="10771632" cy="694944"/>
          </a:xfrm>
          <a:prstGeom prst="roundRect">
            <a:avLst>
              <a:gd name="adj" fmla="val 21053"/>
            </a:avLst>
          </a:prstGeom>
          <a:solidFill>
            <a:srgbClr val="F1F5F8"/>
          </a:solidFill>
          <a:ln w="16510">
            <a:solidFill>
              <a:srgbClr val="E0E8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48828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53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dotnet user-secrets set "ConnectionStrings:Tickets" "&lt;cadena-local&gt;" --project &lt;ruta-api&gt;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56418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3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Secrets no es una bóveda cifrada. Se usa exclusivamente en desarrollo.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B | ASP.NET Core dentro de Docker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9509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 convierte valores del archivo .env en variables del contenedor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6501384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745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ServiceDesk  •  Arquitectura de desarrollo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" y="1938528"/>
            <a:ext cx="2286000" cy="1691640"/>
          </a:xfrm>
          <a:prstGeom prst="roundRect">
            <a:avLst>
              <a:gd name="adj" fmla="val 8649"/>
            </a:avLst>
          </a:prstGeom>
          <a:solidFill>
            <a:srgbClr val="E9F3F7"/>
          </a:solidFill>
          <a:ln w="16510">
            <a:solidFill>
              <a:srgbClr val="176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07568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.env local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76072" y="2532888"/>
            <a:ext cx="19751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POSTGRES_DB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POSTGRES_USER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POSTGRES_PASSWORD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938528"/>
            <a:ext cx="2468880" cy="1691640"/>
          </a:xfrm>
          <a:prstGeom prst="roundRect">
            <a:avLst>
              <a:gd name="adj" fmla="val 8649"/>
            </a:avLst>
          </a:prstGeom>
          <a:solidFill>
            <a:srgbClr val="F5F8FB"/>
          </a:solidFill>
          <a:ln w="16510">
            <a:solidFill>
              <a:srgbClr val="1767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207568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compose.yaml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01568" y="2532888"/>
            <a:ext cx="215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 ${POSTGRES_*}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Construye la cadena completa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81928" y="1938528"/>
            <a:ext cx="2423160" cy="1691640"/>
          </a:xfrm>
          <a:prstGeom prst="roundRect">
            <a:avLst>
              <a:gd name="adj" fmla="val 8649"/>
            </a:avLst>
          </a:prstGeom>
          <a:solidFill>
            <a:srgbClr val="E9F3F7"/>
          </a:solidFill>
          <a:ln w="16510">
            <a:solidFill>
              <a:srgbClr val="087F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207568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Contenedor api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37376" y="2532888"/>
            <a:ext cx="21122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variable: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ConnectionStrings__Tickets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53728" y="1938528"/>
            <a:ext cx="2496312" cy="1691640"/>
          </a:xfrm>
          <a:prstGeom prst="roundRect">
            <a:avLst>
              <a:gd name="adj" fmla="val 8649"/>
            </a:avLst>
          </a:prstGeom>
          <a:solidFill>
            <a:srgbClr val="EEF5F2"/>
          </a:solidFill>
          <a:ln w="16510">
            <a:solidFill>
              <a:srgbClr val="198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9176" y="207568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ASP.NET Core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409176" y="2532888"/>
            <a:ext cx="218541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GetConnectionString("Tickets")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UseNpgsql()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34056" y="2788920"/>
            <a:ext cx="429768" cy="0"/>
          </a:xfrm>
          <a:prstGeom prst="line">
            <a:avLst/>
          </a:prstGeom>
          <a:noFill/>
          <a:ln w="25400">
            <a:solidFill>
              <a:srgbClr val="1767A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742432" y="2788920"/>
            <a:ext cx="438912" cy="0"/>
          </a:xfrm>
          <a:prstGeom prst="line">
            <a:avLst/>
          </a:prstGeom>
          <a:noFill/>
          <a:ln w="25400">
            <a:solidFill>
              <a:srgbClr val="1767A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32520" y="2788920"/>
            <a:ext cx="420624" cy="0"/>
          </a:xfrm>
          <a:prstGeom prst="line">
            <a:avLst/>
          </a:prstGeom>
          <a:noFill/>
          <a:ln w="25400">
            <a:solidFill>
              <a:srgbClr val="1767A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0080" y="4325112"/>
            <a:ext cx="10863072" cy="1005840"/>
          </a:xfrm>
          <a:prstGeom prst="roundRect">
            <a:avLst>
              <a:gd name="adj" fmla="val 14545"/>
            </a:avLst>
          </a:prstGeom>
          <a:solidFill>
            <a:srgbClr val="F1F5F8"/>
          </a:solidFill>
          <a:ln w="16510">
            <a:solidFill>
              <a:srgbClr val="DCE7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4590288"/>
            <a:ext cx="10287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53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ConnectionStrings__Tickets = Host=postgres;Port=5432;Database=…;Username=…;Password=…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separador doble __ se convierte en : al leer variables de entorno en .NET.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crítica | localhost y postgres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9509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dirección cambia según dónde se ejecuta la API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6501384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745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ServiceDesk  •  Arquitectura de desarrollo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5074920" cy="2468880"/>
          </a:xfrm>
          <a:prstGeom prst="roundRect">
            <a:avLst>
              <a:gd name="adj" fmla="val 5926"/>
            </a:avLst>
          </a:prstGeom>
          <a:solidFill>
            <a:srgbClr val="E9F3F7"/>
          </a:solidFill>
          <a:ln w="16510">
            <a:solidFill>
              <a:srgbClr val="176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74520"/>
            <a:ext cx="4764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ejecutándose en Windows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2331720"/>
            <a:ext cx="476402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Host=localhost;Port=5432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API accede al puerto PostgreSQL publicado en el equipo anfitrión.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737360"/>
            <a:ext cx="5074920" cy="2468880"/>
          </a:xfrm>
          <a:prstGeom prst="roundRect">
            <a:avLst>
              <a:gd name="adj" fmla="val 5926"/>
            </a:avLst>
          </a:prstGeom>
          <a:solidFill>
            <a:srgbClr val="EEF5F2"/>
          </a:solidFill>
          <a:ln w="16510">
            <a:solidFill>
              <a:srgbClr val="198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874520"/>
            <a:ext cx="4764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ejecutándose en Compose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56248" y="2331720"/>
            <a:ext cx="476402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Host=postgres;Port=5432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resuelve el nombre del servicio postgres en su red interna.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8188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copiamos User Secrets al contenedor.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68680" y="5367528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 proporciona una configuración equivalente mediante variables de entorno.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va en Git y qué permanece privado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9509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prácticas de la tarea 16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6501384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745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ServiceDesk  •  Arquitectura de desarrollo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627632"/>
            <a:ext cx="5074920" cy="2907792"/>
          </a:xfrm>
          <a:prstGeom prst="roundRect">
            <a:avLst>
              <a:gd name="adj" fmla="val 5031"/>
            </a:avLst>
          </a:prstGeom>
          <a:solidFill>
            <a:srgbClr val="EEF5F2"/>
          </a:solidFill>
          <a:ln w="16510">
            <a:solidFill>
              <a:srgbClr val="198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764792"/>
            <a:ext cx="4764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comparte en Git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2221992"/>
            <a:ext cx="476402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appsettings.json sin secretos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appsettings.Development.json sin secretos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.env.example vacío de credenciales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compose.yaml con referencias ${...}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Documentación de configuración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627632"/>
            <a:ext cx="5074920" cy="2907792"/>
          </a:xfrm>
          <a:prstGeom prst="roundRect">
            <a:avLst>
              <a:gd name="adj" fmla="val 5031"/>
            </a:avLst>
          </a:prstGeom>
          <a:solidFill>
            <a:srgbClr val="FFF3ED"/>
          </a:solidFill>
          <a:ln w="16510">
            <a:solidFill>
              <a:srgbClr val="D984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764792"/>
            <a:ext cx="4764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comparte en Git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56248" y="2221992"/>
            <a:ext cx="476402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.env local con contraseña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User Secrets de cada equipo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claves privadas y tokens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cadenas con contraseñas reales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credenciales de producción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3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exclusión en .gitignore no protege secretos ya versionados ni impide su exposición en logs.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comprobamos que funcionaba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9509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ejecutadas durante la tarea 15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6501384"/>
            <a:ext cx="11064240" cy="0"/>
          </a:xfrm>
          <a:prstGeom prst="line">
            <a:avLst/>
          </a:prstGeom>
          <a:noFill/>
          <a:ln w="12700">
            <a:solidFill>
              <a:srgbClr val="DC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745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ServiceDesk  •  Arquitectura de desarrollo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68096" y="1481328"/>
            <a:ext cx="10725912" cy="768096"/>
          </a:xfrm>
          <a:prstGeom prst="roundRect">
            <a:avLst>
              <a:gd name="adj" fmla="val 19048"/>
            </a:avLst>
          </a:prstGeom>
          <a:solidFill>
            <a:srgbClr val="E9F3F7"/>
          </a:solidFill>
          <a:ln w="16510">
            <a:solidFill>
              <a:srgbClr val="DE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824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91640" y="1572768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config --quiet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591056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validó el archivo Compose.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" y="2432304"/>
            <a:ext cx="10725912" cy="768096"/>
          </a:xfrm>
          <a:prstGeom prst="roundRect">
            <a:avLst>
              <a:gd name="adj" fmla="val 19048"/>
            </a:avLst>
          </a:prstGeom>
          <a:solidFill>
            <a:srgbClr val="F5F8FB"/>
          </a:solidFill>
          <a:ln w="16510">
            <a:solidFill>
              <a:srgbClr val="DE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334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91640" y="2523744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up -d --build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542032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y PostgreSQL iniciaron.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" y="3383280"/>
            <a:ext cx="10725912" cy="768096"/>
          </a:xfrm>
          <a:prstGeom prst="roundRect">
            <a:avLst>
              <a:gd name="adj" fmla="val 19048"/>
            </a:avLst>
          </a:prstGeom>
          <a:solidFill>
            <a:srgbClr val="E9F3F7"/>
          </a:solidFill>
          <a:ln w="16510">
            <a:solidFill>
              <a:srgbClr val="DE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5844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91640" y="3474720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http://localhost:8080/weatherforecast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349300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API respondió por HTTP.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8096" y="4334256"/>
            <a:ext cx="10725912" cy="768096"/>
          </a:xfrm>
          <a:prstGeom prst="roundRect">
            <a:avLst>
              <a:gd name="adj" fmla="val 19048"/>
            </a:avLst>
          </a:prstGeom>
          <a:solidFill>
            <a:srgbClr val="F5F8FB"/>
          </a:solidFill>
          <a:ln w="16510">
            <a:solidFill>
              <a:srgbClr val="DE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5354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691640" y="4425696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ConnectionStrings__Tickets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4443984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variable llegó al contenedor API.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68096" y="5285232"/>
            <a:ext cx="10725912" cy="768096"/>
          </a:xfrm>
          <a:prstGeom prst="roundRect">
            <a:avLst>
              <a:gd name="adj" fmla="val 19048"/>
            </a:avLst>
          </a:prstGeom>
          <a:solidFill>
            <a:srgbClr val="E9F3F7"/>
          </a:solidFill>
          <a:ln w="16510">
            <a:solidFill>
              <a:srgbClr val="DE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4864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691640" y="5376672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TicketPersistenceTests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5394960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pasó desde un contenedor SDK dentro de la red Docker.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6336792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Importante: la prueba de persistencia validó la red Docker desde un contenedor SDK, no un endpoint de base de datos de la API.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ServiceDesk | Configuration &amp; Secrets</dc:title>
  <dc:subject>ServiceDesk: User Secrets y Docker Compose</dc:subject>
  <dc:creator>OpenAI</dc:creator>
  <cp:lastModifiedBy>OpenAI</cp:lastModifiedBy>
  <cp:revision>1</cp:revision>
  <dcterms:created xsi:type="dcterms:W3CDTF">2026-10-22T21:08:06Z</dcterms:created>
  <dcterms:modified xsi:type="dcterms:W3CDTF">2026-10-22T21:08:06Z</dcterms:modified>
</cp:coreProperties>
</file>